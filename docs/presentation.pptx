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a:t>
            </a:r>
          </a:p>
          <a:p/>
          <a:p>
            <a:r>
              <a:t>Good morning. Our project is LightUp — also known as Akari — a Japanese logic puzzle. We built the game itself, and then made five different AI solvers compete on it. The board you see here is a published puzzle, solved by our own system. Let me start with the rules.</a:t>
            </a:r>
          </a:p>
          <a:p/>
          <a:p>
            <a:r>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LightUp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One detail worth remembering: nothing in the rules says a puzzle has only one solution — uniqueness is a publishing convention, and that detail will come back in our results.</a:t>
            </a:r>
          </a:p>
          <a:p/>
          <a:p>
            <a:r>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 proven by reduction from circuit satisfiability — so no algorithm can be expected to scale forever, and cleverness has to earn its keep. Second, it is a very clean constraint-satisfaction problem: one yes-or-no variable per white cell. Third, it scales: our generator produces boards from three-by-three up to twenty-five-by-twenty-five with tunable difficulty, which gives us unlimited test data. Earlier work solved LightUp with SAT encodings, with local search, and with evolutionary algorithms — we compare directly against the local-search results later.</a:t>
            </a:r>
          </a:p>
          <a:p/>
          <a:p>
            <a:r>
              <a:t>(Cue: Prior work stays at one sentence — the course asks for brevity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uses about half the nodes of forward checking, yet forward checking is slightly faster per board at the largest sizes, because propagation costs time at every node. Fewer nodes is not automatically less time.</a:t>
            </a:r>
          </a:p>
          <a:p/>
          <a:p>
            <a:r>
              <a:t>(Cue: THE core slide. Say 308 -&gt; 12 -&gt; 0 slowly.)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p>
            <a:r>
              <a:t>One robustness check: we re-ran the entire sweep with double the budget — almost nothing changed, and hill climbing gained exactly zero — so the ranking you have seen is structural, not an artifact of the timeout.</a:t>
            </a:r>
          </a:p>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Worst-case exponential — cleverness must earn its keep.</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hill climbing, simulated annealing, neural networks (Perera et al. 2021) · evolutionary algorithms (Salcedo-Sanz et al. 2009).</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The honest nuance: full inference needs ~2× fewer nodes than forward checking, yet fc is slightly faster per board at large sizes — propagation costs time per node.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1911</Words>
  <Application>Microsoft Office PowerPoint</Application>
  <PresentationFormat>Widescreen</PresentationFormat>
  <Paragraphs>138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2</cp:revision>
  <dcterms:created xsi:type="dcterms:W3CDTF">2026-07-24T09:23:26Z</dcterms:created>
  <dcterms:modified xsi:type="dcterms:W3CDTF">2026-07-24T09:38:41Z</dcterms:modified>
</cp:coreProperties>
</file>